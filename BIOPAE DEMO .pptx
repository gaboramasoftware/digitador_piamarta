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League Spartan" charset="1" panose="00000800000000000000"/>
      <p:regular r:id="rId12"/>
    </p:embeddedFont>
    <p:embeddedFont>
      <p:font typeface="Be Vietnam" charset="1" panose="00000500000000000000"/>
      <p:regular r:id="rId13"/>
    </p:embeddedFont>
    <p:embeddedFont>
      <p:font typeface="Be Vietnam Ultra-Bold Italics" charset="1" panose="00000900000000000000"/>
      <p:regular r:id="rId14"/>
    </p:embeddedFont>
    <p:embeddedFont>
      <p:font typeface="Be Vietnam Italics" charset="1" panose="00000500000000000000"/>
      <p:regular r:id="rId15"/>
    </p:embeddedFont>
    <p:embeddedFont>
      <p:font typeface="Be Vietnam Ultra-Bold" charset="1" panose="000009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9191" y="-268919"/>
            <a:ext cx="19566381" cy="3177789"/>
            <a:chOff x="0" y="0"/>
            <a:chExt cx="5153286" cy="8369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3285" cy="836948"/>
            </a:xfrm>
            <a:custGeom>
              <a:avLst/>
              <a:gdLst/>
              <a:ahLst/>
              <a:cxnLst/>
              <a:rect r="r" b="b" t="t" l="l"/>
              <a:pathLst>
                <a:path h="836948" w="5153285">
                  <a:moveTo>
                    <a:pt x="0" y="0"/>
                  </a:moveTo>
                  <a:lnTo>
                    <a:pt x="5153285" y="0"/>
                  </a:lnTo>
                  <a:lnTo>
                    <a:pt x="5153285" y="836948"/>
                  </a:lnTo>
                  <a:lnTo>
                    <a:pt x="0" y="836948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53286" cy="894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39191" y="8676108"/>
            <a:ext cx="19566381" cy="356378"/>
            <a:chOff x="0" y="0"/>
            <a:chExt cx="5153286" cy="938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53285" cy="93861"/>
            </a:xfrm>
            <a:custGeom>
              <a:avLst/>
              <a:gdLst/>
              <a:ahLst/>
              <a:cxnLst/>
              <a:rect r="r" b="b" t="t" l="l"/>
              <a:pathLst>
                <a:path h="93861" w="5153285">
                  <a:moveTo>
                    <a:pt x="0" y="0"/>
                  </a:moveTo>
                  <a:lnTo>
                    <a:pt x="5153285" y="0"/>
                  </a:lnTo>
                  <a:lnTo>
                    <a:pt x="5153285" y="93861"/>
                  </a:lnTo>
                  <a:lnTo>
                    <a:pt x="0" y="93861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153286" cy="151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775582" y="5821347"/>
            <a:ext cx="6585455" cy="65854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6CFF">
                      <a:alpha val="100000"/>
                    </a:srgbClr>
                  </a:gs>
                  <a:gs pos="100000">
                    <a:srgbClr val="00279D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446782" y="-1248666"/>
            <a:ext cx="5137283" cy="513728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6CFF">
                      <a:alpha val="100000"/>
                    </a:srgbClr>
                  </a:gs>
                  <a:gs pos="100000">
                    <a:srgbClr val="00279D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843103" y="371581"/>
            <a:ext cx="2543648" cy="2537289"/>
          </a:xfrm>
          <a:custGeom>
            <a:avLst/>
            <a:gdLst/>
            <a:ahLst/>
            <a:cxnLst/>
            <a:rect r="r" b="b" t="t" l="l"/>
            <a:pathLst>
              <a:path h="2537289" w="2543648">
                <a:moveTo>
                  <a:pt x="0" y="0"/>
                </a:moveTo>
                <a:lnTo>
                  <a:pt x="2543649" y="0"/>
                </a:lnTo>
                <a:lnTo>
                  <a:pt x="2543649" y="2537289"/>
                </a:lnTo>
                <a:lnTo>
                  <a:pt x="0" y="25372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97974" y="3529777"/>
            <a:ext cx="13350197" cy="191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49"/>
              </a:lnSpc>
            </a:pPr>
            <a:r>
              <a:rPr lang="en-US" sz="11177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BIOPAE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24558" y="5545282"/>
            <a:ext cx="8638884" cy="42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7"/>
              </a:lnSpc>
            </a:pPr>
            <a:r>
              <a:rPr lang="en-US" sz="2512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Sistema biometrico de encargo para Colegio Piamarta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42475" y="6162323"/>
            <a:ext cx="2371543" cy="30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47"/>
              </a:lnSpc>
            </a:pPr>
            <a:r>
              <a:rPr lang="en-US" sz="1819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Presented by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72164" y="6162323"/>
            <a:ext cx="3115216" cy="30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47"/>
              </a:lnSpc>
            </a:pPr>
            <a:r>
              <a:rPr lang="en-US" b="true" sz="1819" i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Gabriel Ramirez Miranda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52421" y="8654390"/>
            <a:ext cx="3783158" cy="32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84" i="true">
                <a:solidFill>
                  <a:srgbClr val="FFFFFF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21 Ene.</a:t>
            </a:r>
            <a:r>
              <a:rPr lang="en-US" sz="1884" i="true">
                <a:solidFill>
                  <a:srgbClr val="FFFFFF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09518" y="-740521"/>
            <a:ext cx="3582441" cy="11969798"/>
            <a:chOff x="0" y="0"/>
            <a:chExt cx="943524" cy="3152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524" cy="3152539"/>
            </a:xfrm>
            <a:custGeom>
              <a:avLst/>
              <a:gdLst/>
              <a:ahLst/>
              <a:cxnLst/>
              <a:rect r="r" b="b" t="t" l="l"/>
              <a:pathLst>
                <a:path h="3152539" w="943524">
                  <a:moveTo>
                    <a:pt x="0" y="0"/>
                  </a:moveTo>
                  <a:lnTo>
                    <a:pt x="943524" y="0"/>
                  </a:lnTo>
                  <a:lnTo>
                    <a:pt x="943524" y="3152539"/>
                  </a:lnTo>
                  <a:lnTo>
                    <a:pt x="0" y="3152539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43524" cy="320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232180" y="7374914"/>
            <a:ext cx="5137283" cy="51372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6CFF">
                      <a:alpha val="100000"/>
                    </a:srgbClr>
                  </a:gs>
                  <a:gs pos="100000">
                    <a:srgbClr val="00279D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118988" y="2143024"/>
            <a:ext cx="6486491" cy="6202707"/>
          </a:xfrm>
          <a:custGeom>
            <a:avLst/>
            <a:gdLst/>
            <a:ahLst/>
            <a:cxnLst/>
            <a:rect r="r" b="b" t="t" l="l"/>
            <a:pathLst>
              <a:path h="6202707" w="6486491">
                <a:moveTo>
                  <a:pt x="0" y="0"/>
                </a:moveTo>
                <a:lnTo>
                  <a:pt x="6486492" y="0"/>
                </a:lnTo>
                <a:lnTo>
                  <a:pt x="6486492" y="6202708"/>
                </a:lnTo>
                <a:lnTo>
                  <a:pt x="0" y="6202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72952" y="8785056"/>
            <a:ext cx="927019" cy="47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74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05103" y="1133475"/>
            <a:ext cx="5786815" cy="680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8"/>
              </a:lnSpc>
            </a:pPr>
            <a:r>
              <a:rPr lang="en-US" sz="5178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PAE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05103" y="2179783"/>
            <a:ext cx="6932393" cy="11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PAE</a:t>
            </a:r>
            <a:r>
              <a:rPr lang="en-US" sz="2372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 es un programa de alimentación no postulable de </a:t>
            </a:r>
            <a:r>
              <a:rPr lang="en-US" sz="2372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JUNAEB </a:t>
            </a:r>
            <a:r>
              <a:rPr lang="en-US" sz="2372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para estudiantes de colegios que se encuentran en situaciones vulnerables.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05103" y="5301528"/>
            <a:ext cx="6102038" cy="57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22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Y es ampliamente usado dentro de los colegios de la Fundación Juan Piamarta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05103" y="3691219"/>
            <a:ext cx="6932393" cy="118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Cubre parte de las necesidades nutricionales diarias (desayuno y almuerzo) ayudando a reducir sus niveles de ausentismo y deserción escolar.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20296" y="185640"/>
            <a:ext cx="1632330" cy="1628250"/>
          </a:xfrm>
          <a:custGeom>
            <a:avLst/>
            <a:gdLst/>
            <a:ahLst/>
            <a:cxnLst/>
            <a:rect r="r" b="b" t="t" l="l"/>
            <a:pathLst>
              <a:path h="1628250" w="1632330">
                <a:moveTo>
                  <a:pt x="0" y="0"/>
                </a:moveTo>
                <a:lnTo>
                  <a:pt x="1632331" y="0"/>
                </a:lnTo>
                <a:lnTo>
                  <a:pt x="1632331" y="1628249"/>
                </a:lnTo>
                <a:lnTo>
                  <a:pt x="0" y="1628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8268" y="-1103126"/>
            <a:ext cx="3582441" cy="11969798"/>
            <a:chOff x="0" y="0"/>
            <a:chExt cx="943524" cy="3152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524" cy="3152539"/>
            </a:xfrm>
            <a:custGeom>
              <a:avLst/>
              <a:gdLst/>
              <a:ahLst/>
              <a:cxnLst/>
              <a:rect r="r" b="b" t="t" l="l"/>
              <a:pathLst>
                <a:path h="3152539" w="943524">
                  <a:moveTo>
                    <a:pt x="0" y="0"/>
                  </a:moveTo>
                  <a:lnTo>
                    <a:pt x="943524" y="0"/>
                  </a:lnTo>
                  <a:lnTo>
                    <a:pt x="943524" y="3152539"/>
                  </a:lnTo>
                  <a:lnTo>
                    <a:pt x="0" y="3152539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43524" cy="320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05103" y="3432312"/>
            <a:ext cx="499906" cy="503709"/>
            <a:chOff x="0" y="0"/>
            <a:chExt cx="131662" cy="1326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05103" y="5138135"/>
            <a:ext cx="499906" cy="503709"/>
            <a:chOff x="0" y="0"/>
            <a:chExt cx="131662" cy="1326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232180" y="7374914"/>
            <a:ext cx="5137283" cy="513728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6CFF">
                      <a:alpha val="100000"/>
                    </a:srgbClr>
                  </a:gs>
                  <a:gs pos="100000">
                    <a:srgbClr val="00279D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63418" y="3515823"/>
            <a:ext cx="499906" cy="503709"/>
            <a:chOff x="0" y="0"/>
            <a:chExt cx="131662" cy="1326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63418" y="5310398"/>
            <a:ext cx="499906" cy="503709"/>
            <a:chOff x="0" y="0"/>
            <a:chExt cx="131662" cy="1326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905103" y="6177458"/>
            <a:ext cx="499906" cy="503709"/>
            <a:chOff x="0" y="0"/>
            <a:chExt cx="131662" cy="1326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236065" y="2310297"/>
            <a:ext cx="709118" cy="709118"/>
          </a:xfrm>
          <a:custGeom>
            <a:avLst/>
            <a:gdLst/>
            <a:ahLst/>
            <a:cxnLst/>
            <a:rect r="r" b="b" t="t" l="l"/>
            <a:pathLst>
              <a:path h="709118" w="709118">
                <a:moveTo>
                  <a:pt x="0" y="0"/>
                </a:moveTo>
                <a:lnTo>
                  <a:pt x="709118" y="0"/>
                </a:lnTo>
                <a:lnTo>
                  <a:pt x="709118" y="709118"/>
                </a:lnTo>
                <a:lnTo>
                  <a:pt x="0" y="709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636783" y="2664856"/>
            <a:ext cx="992761" cy="185917"/>
          </a:xfrm>
          <a:custGeom>
            <a:avLst/>
            <a:gdLst/>
            <a:ahLst/>
            <a:cxnLst/>
            <a:rect r="r" b="b" t="t" l="l"/>
            <a:pathLst>
              <a:path h="185917" w="992761">
                <a:moveTo>
                  <a:pt x="0" y="0"/>
                </a:moveTo>
                <a:lnTo>
                  <a:pt x="992762" y="0"/>
                </a:lnTo>
                <a:lnTo>
                  <a:pt x="992762" y="185917"/>
                </a:lnTo>
                <a:lnTo>
                  <a:pt x="0" y="1859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72952" y="8785056"/>
            <a:ext cx="927019" cy="47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74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45801" y="963133"/>
            <a:ext cx="14135140" cy="680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8"/>
              </a:lnSpc>
            </a:pPr>
            <a:r>
              <a:rPr lang="en-US" sz="5178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Ventajas y Desventajas de usar pae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53891" y="3553923"/>
            <a:ext cx="4782583" cy="50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Raciones de comida saludable para alumnos de todos los ciclos escolares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53891" y="4381691"/>
            <a:ext cx="5138026" cy="50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Cubre tanto los horarios de desayuno como horarios de almuerzo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53891" y="5139000"/>
            <a:ext cx="4782583" cy="74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Disponible con más de 18 millones de canastas alrededor de todas las regiones del país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05103" y="3553923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198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05103" y="5259746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12206" y="3637434"/>
            <a:ext cx="3434677" cy="50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Falta de trazabilidad en la distribucion de raciones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12206" y="4322703"/>
            <a:ext cx="4989979" cy="74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 existen registros exactos de cuantos alumnos realmente comen gracias al programa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12206" y="5361916"/>
            <a:ext cx="4478939" cy="50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Alumnos suelen ausentarse y no almorzar aun teniendo acceso a PAE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63418" y="3637434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198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63418" y="5432009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553891" y="6207268"/>
            <a:ext cx="4782583" cy="74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Ha ayudado a mantener una dieta saludable en colegios y residencias con situaciones vulnerables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905103" y="6299069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04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3905103" y="4224851"/>
            <a:ext cx="499906" cy="503709"/>
            <a:chOff x="0" y="0"/>
            <a:chExt cx="131662" cy="1326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3905103" y="4346462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02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263418" y="4378064"/>
            <a:ext cx="499906" cy="503709"/>
            <a:chOff x="0" y="0"/>
            <a:chExt cx="131662" cy="1326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263418" y="4490107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02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263418" y="6186109"/>
            <a:ext cx="499906" cy="503709"/>
            <a:chOff x="0" y="0"/>
            <a:chExt cx="131662" cy="1326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912206" y="6237626"/>
            <a:ext cx="4478939" cy="50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Alumnos de ciclos como 5° - 8° basico suelen quedarse sin almuerzo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63418" y="6307720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508633" y="202941"/>
            <a:ext cx="1632418" cy="1628337"/>
          </a:xfrm>
          <a:custGeom>
            <a:avLst/>
            <a:gdLst/>
            <a:ahLst/>
            <a:cxnLst/>
            <a:rect r="r" b="b" t="t" l="l"/>
            <a:pathLst>
              <a:path h="1628337" w="1632418">
                <a:moveTo>
                  <a:pt x="0" y="0"/>
                </a:moveTo>
                <a:lnTo>
                  <a:pt x="1632418" y="0"/>
                </a:lnTo>
                <a:lnTo>
                  <a:pt x="1632418" y="1628337"/>
                </a:lnTo>
                <a:lnTo>
                  <a:pt x="0" y="16283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09518" y="-740521"/>
            <a:ext cx="3582441" cy="11969798"/>
            <a:chOff x="0" y="0"/>
            <a:chExt cx="943524" cy="3152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524" cy="3152539"/>
            </a:xfrm>
            <a:custGeom>
              <a:avLst/>
              <a:gdLst/>
              <a:ahLst/>
              <a:cxnLst/>
              <a:rect r="r" b="b" t="t" l="l"/>
              <a:pathLst>
                <a:path h="3152539" w="943524">
                  <a:moveTo>
                    <a:pt x="0" y="0"/>
                  </a:moveTo>
                  <a:lnTo>
                    <a:pt x="943524" y="0"/>
                  </a:lnTo>
                  <a:lnTo>
                    <a:pt x="943524" y="3152539"/>
                  </a:lnTo>
                  <a:lnTo>
                    <a:pt x="0" y="3152539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43524" cy="320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232180" y="7374914"/>
            <a:ext cx="5137283" cy="51372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6CFF">
                      <a:alpha val="100000"/>
                    </a:srgbClr>
                  </a:gs>
                  <a:gs pos="100000">
                    <a:srgbClr val="00279D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732468" y="2132158"/>
            <a:ext cx="4555532" cy="4487513"/>
          </a:xfrm>
          <a:custGeom>
            <a:avLst/>
            <a:gdLst/>
            <a:ahLst/>
            <a:cxnLst/>
            <a:rect r="r" b="b" t="t" l="l"/>
            <a:pathLst>
              <a:path h="4487513" w="4555532">
                <a:moveTo>
                  <a:pt x="0" y="0"/>
                </a:moveTo>
                <a:lnTo>
                  <a:pt x="4555532" y="0"/>
                </a:lnTo>
                <a:lnTo>
                  <a:pt x="4555532" y="4487513"/>
                </a:lnTo>
                <a:lnTo>
                  <a:pt x="0" y="4487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8399" t="0" r="-312459" b="-29786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72952" y="8785056"/>
            <a:ext cx="927019" cy="47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74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23791" y="716990"/>
            <a:ext cx="7645996" cy="683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8"/>
              </a:lnSpc>
            </a:pPr>
            <a:r>
              <a:rPr lang="en-US" sz="5178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SOLUCION = BIOPAE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05103" y="2179783"/>
            <a:ext cx="6869354" cy="119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2380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Un </a:t>
            </a:r>
            <a:r>
              <a:rPr lang="en-US" sz="23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sistema de software biometrico</a:t>
            </a:r>
            <a:r>
              <a:rPr lang="en-US" sz="2380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 dedicado a mantener guardados los registros de los niños que comen con el sistema </a:t>
            </a:r>
            <a:r>
              <a:rPr lang="en-US" sz="23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PAE </a:t>
            </a:r>
            <a:r>
              <a:rPr lang="en-US" sz="2380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dentro del establecimiento.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20224" y="214503"/>
            <a:ext cx="1632476" cy="1628395"/>
          </a:xfrm>
          <a:custGeom>
            <a:avLst/>
            <a:gdLst/>
            <a:ahLst/>
            <a:cxnLst/>
            <a:rect r="r" b="b" t="t" l="l"/>
            <a:pathLst>
              <a:path h="1628395" w="1632476">
                <a:moveTo>
                  <a:pt x="0" y="0"/>
                </a:moveTo>
                <a:lnTo>
                  <a:pt x="1632476" y="0"/>
                </a:lnTo>
                <a:lnTo>
                  <a:pt x="1632476" y="1628394"/>
                </a:lnTo>
                <a:lnTo>
                  <a:pt x="0" y="1628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905103" y="3859487"/>
            <a:ext cx="6869354" cy="898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23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Registra</a:t>
            </a:r>
            <a:r>
              <a:rPr lang="en-US" sz="2380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 las colaciones de cada estudiante a traves de su </a:t>
            </a:r>
            <a:r>
              <a:rPr lang="en-US" sz="23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huella dactilar </a:t>
            </a:r>
            <a:r>
              <a:rPr lang="en-US" sz="2380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y los guarda a en una </a:t>
            </a:r>
            <a:r>
              <a:rPr lang="en-US" sz="23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base de datos</a:t>
            </a:r>
            <a:r>
              <a:rPr lang="en-US" sz="2380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 web.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05103" y="5292003"/>
            <a:ext cx="6869354" cy="119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2380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Le permite a los </a:t>
            </a:r>
            <a:r>
              <a:rPr lang="en-US" sz="23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administradores</a:t>
            </a:r>
            <a:r>
              <a:rPr lang="en-US" sz="2380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 del colegio </a:t>
            </a:r>
            <a:r>
              <a:rPr lang="en-US" sz="23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registrar, trazar, editar y descargar la informacion de los registros</a:t>
            </a:r>
            <a:r>
              <a:rPr lang="en-US" sz="2380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"/>
                <a:ea typeface="Be Vietnam"/>
                <a:cs typeface="Be Vietnam"/>
                <a:sym typeface="Be Vietnam"/>
              </a:rPr>
              <a:t> a travez de archivos </a:t>
            </a:r>
            <a:r>
              <a:rPr lang="en-US" sz="23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Excel.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09518" y="-740521"/>
            <a:ext cx="3582441" cy="11969798"/>
            <a:chOff x="0" y="0"/>
            <a:chExt cx="943524" cy="3152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524" cy="3152539"/>
            </a:xfrm>
            <a:custGeom>
              <a:avLst/>
              <a:gdLst/>
              <a:ahLst/>
              <a:cxnLst/>
              <a:rect r="r" b="b" t="t" l="l"/>
              <a:pathLst>
                <a:path h="3152539" w="943524">
                  <a:moveTo>
                    <a:pt x="0" y="0"/>
                  </a:moveTo>
                  <a:lnTo>
                    <a:pt x="943524" y="0"/>
                  </a:lnTo>
                  <a:lnTo>
                    <a:pt x="943524" y="3152539"/>
                  </a:lnTo>
                  <a:lnTo>
                    <a:pt x="0" y="3152539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43524" cy="320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232180" y="7374914"/>
            <a:ext cx="5137283" cy="51372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6CFF">
                      <a:alpha val="100000"/>
                    </a:srgbClr>
                  </a:gs>
                  <a:gs pos="100000">
                    <a:srgbClr val="00279D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86622" y="394378"/>
            <a:ext cx="1644154" cy="1640044"/>
          </a:xfrm>
          <a:custGeom>
            <a:avLst/>
            <a:gdLst/>
            <a:ahLst/>
            <a:cxnLst/>
            <a:rect r="r" b="b" t="t" l="l"/>
            <a:pathLst>
              <a:path h="1640044" w="1644154">
                <a:moveTo>
                  <a:pt x="0" y="0"/>
                </a:moveTo>
                <a:lnTo>
                  <a:pt x="1644155" y="0"/>
                </a:lnTo>
                <a:lnTo>
                  <a:pt x="1644155" y="1640044"/>
                </a:lnTo>
                <a:lnTo>
                  <a:pt x="0" y="1640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905103" y="2865110"/>
            <a:ext cx="499906" cy="503709"/>
            <a:chOff x="0" y="0"/>
            <a:chExt cx="131662" cy="1326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05103" y="4659685"/>
            <a:ext cx="499906" cy="503709"/>
            <a:chOff x="0" y="0"/>
            <a:chExt cx="131662" cy="1326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05103" y="3727351"/>
            <a:ext cx="499906" cy="503709"/>
            <a:chOff x="0" y="0"/>
            <a:chExt cx="131662" cy="1326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905103" y="5535395"/>
            <a:ext cx="499906" cy="503709"/>
            <a:chOff x="0" y="0"/>
            <a:chExt cx="131662" cy="1326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155056" y="2359008"/>
            <a:ext cx="4099139" cy="4114800"/>
          </a:xfrm>
          <a:custGeom>
            <a:avLst/>
            <a:gdLst/>
            <a:ahLst/>
            <a:cxnLst/>
            <a:rect r="r" b="b" t="t" l="l"/>
            <a:pathLst>
              <a:path h="4114800" w="4099139">
                <a:moveTo>
                  <a:pt x="0" y="0"/>
                </a:moveTo>
                <a:lnTo>
                  <a:pt x="4099139" y="0"/>
                </a:lnTo>
                <a:lnTo>
                  <a:pt x="40991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72952" y="8785056"/>
            <a:ext cx="927019" cy="47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74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23791" y="716990"/>
            <a:ext cx="7645996" cy="683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8"/>
              </a:lnSpc>
            </a:pPr>
            <a:r>
              <a:rPr lang="en-US" sz="5178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QUE MEJORA?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53891" y="2986721"/>
            <a:ext cx="3434677" cy="50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Falta de trazabilidad en la distribucion de raciones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53891" y="3671990"/>
            <a:ext cx="4989979" cy="74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 existen registros exactos de cuantos alumnos realmente comen gracias al programa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53891" y="4711202"/>
            <a:ext cx="4478939" cy="50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Alumnos suelen ausentarse y no almorzar aun teniendo acceso a PAE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05103" y="2986721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198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05103" y="4781296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905103" y="3839394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53891" y="5586913"/>
            <a:ext cx="4478939" cy="50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Alumnos de ciclos como 5° - 8° basico suelen quedarse sin almuerzo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05103" y="5657006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146789" y="2948621"/>
            <a:ext cx="499906" cy="503709"/>
            <a:chOff x="0" y="0"/>
            <a:chExt cx="131662" cy="1326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146789" y="4743196"/>
            <a:ext cx="499906" cy="503709"/>
            <a:chOff x="0" y="0"/>
            <a:chExt cx="131662" cy="1326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795577" y="3070232"/>
            <a:ext cx="3434677" cy="50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Genera trazabilidad web dentro del sistema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95577" y="3916064"/>
            <a:ext cx="4989979" cy="74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Registros de alumnos existen dentro del programa y documenta las raciones consumidas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795577" y="4794713"/>
            <a:ext cx="4478939" cy="74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Se visibiliza a aquellos alumnos que por distintos motivos no comen aun siendo parte del programa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146789" y="3070232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198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46789" y="4864807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146789" y="3810861"/>
            <a:ext cx="499906" cy="503709"/>
            <a:chOff x="0" y="0"/>
            <a:chExt cx="131662" cy="1326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146789" y="3922905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02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146789" y="5763174"/>
            <a:ext cx="499906" cy="503709"/>
            <a:chOff x="0" y="0"/>
            <a:chExt cx="131662" cy="1326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1662" cy="132664"/>
            </a:xfrm>
            <a:custGeom>
              <a:avLst/>
              <a:gdLst/>
              <a:ahLst/>
              <a:cxnLst/>
              <a:rect r="r" b="b" t="t" l="l"/>
              <a:pathLst>
                <a:path h="132664" w="131662">
                  <a:moveTo>
                    <a:pt x="0" y="0"/>
                  </a:moveTo>
                  <a:lnTo>
                    <a:pt x="131662" y="0"/>
                  </a:lnTo>
                  <a:lnTo>
                    <a:pt x="131662" y="132664"/>
                  </a:lnTo>
                  <a:lnTo>
                    <a:pt x="0" y="132664"/>
                  </a:lnTo>
                  <a:close/>
                </a:path>
              </a:pathLst>
            </a:custGeom>
            <a:gradFill rotWithShape="true">
              <a:gsLst>
                <a:gs pos="0">
                  <a:srgbClr val="006CFF">
                    <a:alpha val="100000"/>
                  </a:srgbClr>
                </a:gs>
                <a:gs pos="100000">
                  <a:srgbClr val="00279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31662" cy="189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795577" y="5814692"/>
            <a:ext cx="4478939" cy="74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980" b="true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Alumnos de todos los cursos pueden comer ya que mejora la distribución de las canastas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146789" y="5884785"/>
            <a:ext cx="499906" cy="2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6CFF">
                <a:alpha val="100000"/>
              </a:srgbClr>
            </a:gs>
            <a:gs pos="100000">
              <a:srgbClr val="00279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09518" y="-740521"/>
            <a:ext cx="3582441" cy="11969798"/>
            <a:chOff x="0" y="0"/>
            <a:chExt cx="943524" cy="3152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524" cy="3152539"/>
            </a:xfrm>
            <a:custGeom>
              <a:avLst/>
              <a:gdLst/>
              <a:ahLst/>
              <a:cxnLst/>
              <a:rect r="r" b="b" t="t" l="l"/>
              <a:pathLst>
                <a:path h="3152539" w="943524">
                  <a:moveTo>
                    <a:pt x="0" y="0"/>
                  </a:moveTo>
                  <a:lnTo>
                    <a:pt x="943524" y="0"/>
                  </a:lnTo>
                  <a:lnTo>
                    <a:pt x="943524" y="3152539"/>
                  </a:lnTo>
                  <a:lnTo>
                    <a:pt x="0" y="315253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1D1D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43524" cy="320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232180" y="7374914"/>
            <a:ext cx="5137283" cy="51372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03847" y="3754025"/>
            <a:ext cx="2349386" cy="234938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5136" t="0" r="-2513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86026" y="3754025"/>
            <a:ext cx="2349386" cy="234938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65234" y="3754025"/>
            <a:ext cx="2349386" cy="234938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72952" y="8785056"/>
            <a:ext cx="927019" cy="47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743">
                <a:gradFill>
                  <a:gsLst>
                    <a:gs pos="0">
                      <a:srgbClr val="00279D">
                        <a:alpha val="100000"/>
                      </a:srgbClr>
                    </a:gs>
                    <a:gs pos="100000">
                      <a:srgbClr val="001249">
                        <a:alpha val="100000"/>
                      </a:srgbClr>
                    </a:gs>
                  </a:gsLst>
                  <a:lin ang="27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03847" y="1133475"/>
            <a:ext cx="9782783" cy="133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8"/>
              </a:lnSpc>
            </a:pPr>
            <a:r>
              <a:rPr lang="en-US" sz="517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Herramientas de software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31837" y="6227237"/>
            <a:ext cx="2893407" cy="50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Velocidad y Performance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14016" y="6227237"/>
            <a:ext cx="2893407" cy="50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UI simple e intuitiva para el usuario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93223" y="6227237"/>
            <a:ext cx="2893407" cy="50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98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Viabilidad con entorno web y funciones de api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91194" y="3053378"/>
            <a:ext cx="1174693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C++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76180" y="3053378"/>
            <a:ext cx="2569079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ELECTRON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55387" y="3053378"/>
            <a:ext cx="3010634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JAVASCRIPT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586622" y="394378"/>
            <a:ext cx="1644038" cy="1639928"/>
          </a:xfrm>
          <a:custGeom>
            <a:avLst/>
            <a:gdLst/>
            <a:ahLst/>
            <a:cxnLst/>
            <a:rect r="r" b="b" t="t" l="l"/>
            <a:pathLst>
              <a:path h="1639928" w="1644038">
                <a:moveTo>
                  <a:pt x="0" y="0"/>
                </a:moveTo>
                <a:lnTo>
                  <a:pt x="1644038" y="0"/>
                </a:lnTo>
                <a:lnTo>
                  <a:pt x="1644038" y="1639927"/>
                </a:lnTo>
                <a:lnTo>
                  <a:pt x="0" y="16399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DAG_KtBoSGY</dc:identifier>
  <dcterms:modified xsi:type="dcterms:W3CDTF">2011-08-01T06:04:30Z</dcterms:modified>
  <cp:revision>1</cp:revision>
  <dc:title>BIOPAE DEMO </dc:title>
</cp:coreProperties>
</file>